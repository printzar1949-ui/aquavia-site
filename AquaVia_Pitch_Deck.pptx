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AquaVia Global Innovations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Pitch Deck | نزار بشير جديد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| المشكلة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water scarcity is increasing due to climate change and population growth.</a:t>
            </a:r>
          </a:p>
          <a:p>
            <a:r>
              <a:t>أزمة المياه تتزايد عالمياً بسبب التغير المناخي وزيادة السكان.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| الحل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AquaVia generates clean drinking water from atmospheric humidity.</a:t>
            </a:r>
          </a:p>
          <a:p>
            <a:r>
              <a:t>أكوافيا تنتج مياه شرب من رطوبة الهواء.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| التقنية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Condensation + Filtration + Solar energy systems.</a:t>
            </a:r>
          </a:p>
          <a:p>
            <a:r>
              <a:t>تكثيف + ترشيح + طاقة شمسية.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| السوق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global demand for sustainable water solutions.</a:t>
            </a:r>
          </a:p>
          <a:p>
            <a:r>
              <a:t>طلب عالمي متزايد على حلول المياه المستدامة.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| نموذج العمل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Devices, licensing, and partnerships.</a:t>
            </a:r>
          </a:p>
          <a:p>
            <a:r>
              <a:t>بيع الأجهزة + تراخيص + شراكات.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| التطبيقات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Homes, remote areas, emergency relief, smart cities.</a:t>
            </a:r>
          </a:p>
          <a:p>
            <a:r>
              <a:t>المنازل، المناطق النائية، الإغاثة، المدن الذكية.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| الاستثمار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scalability and global expansion potential.</a:t>
            </a:r>
          </a:p>
          <a:p>
            <a:r>
              <a:t>قابل للتوسع عالمياً بشكل كبير.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| خطة التطوير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→ Testing → Deployment → Scaling.</a:t>
            </a:r>
          </a:p>
          <a:p>
            <a:r>
              <a:t>نموذج أولي → اختبار → نشر → توسع.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| التواصل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Nezar Bachir Jdid</a:t>
            </a:r>
          </a:p>
          <a:p>
            <a:r>
              <a:t>printzar1949@gmail.com</a:t>
            </a:r>
          </a:p>
          <a:p>
            <a:r>
              <a:t>💦🌍💦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